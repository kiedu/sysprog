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</p:sldIdLst>
  <p:sldSz cy="5143500" cx="9144000"/>
  <p:notesSz cx="6858000" cy="9144000"/>
  <p:embeddedFontLst>
    <p:embeddedFont>
      <p:font typeface="Roboto Mono"/>
      <p:regular r:id="rId9"/>
      <p:bold r:id="rId10"/>
      <p:italic r:id="rId11"/>
      <p:boldItalic r:id="rId1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font" Target="fonts/RobotoMono-italic.fntdata"/><Relationship Id="rId10" Type="http://schemas.openxmlformats.org/officeDocument/2006/relationships/font" Target="fonts/RobotoMono-bold.fntdata"/><Relationship Id="rId12" Type="http://schemas.openxmlformats.org/officeDocument/2006/relationships/font" Target="fonts/RobotoMono-boldItalic.fntdata"/><Relationship Id="rId9" Type="http://schemas.openxmlformats.org/officeDocument/2006/relationships/font" Target="fonts/RobotoMono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09f5987c40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09f5987c40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08c8d8f05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08c8d8f05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uk"/>
              <a:t>import random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uk"/>
              <a:t>number = random.randint(1,10)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uk"/>
              <a:t>try: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uk"/>
              <a:t>    print("Guess a number between 1 and 10")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uk"/>
              <a:t>    guess = int(input())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uk"/>
              <a:t>except ValueError: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uk"/>
              <a:t>    print('That is not a number')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uk"/>
              <a:t>else: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uk"/>
              <a:t>    while guess != number: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uk"/>
              <a:t>      print("Incorrect")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uk"/>
              <a:t>      try: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uk"/>
              <a:t>        print("Guess a number between 1 and 10")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uk"/>
              <a:t>        guess = int(input())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uk"/>
              <a:t>      except ValueError: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uk"/>
              <a:t>        print('That is not a number')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uk"/>
              <a:t>    print("Correct")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/>
              <a:t>Python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uk"/>
              <a:t>Guess the word game: example solution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4"/>
          <p:cNvSpPr txBox="1"/>
          <p:nvPr/>
        </p:nvSpPr>
        <p:spPr>
          <a:xfrm>
            <a:off x="130525" y="1233900"/>
            <a:ext cx="9452700" cy="39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100">
                <a:latin typeface="Roboto Mono"/>
                <a:ea typeface="Roboto Mono"/>
                <a:cs typeface="Roboto Mono"/>
                <a:sym typeface="Roboto Mono"/>
              </a:rPr>
              <a:t>word = "sandwich"</a:t>
            </a:r>
            <a:endParaRPr sz="11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100">
                <a:latin typeface="Roboto Mono"/>
                <a:ea typeface="Roboto Mono"/>
                <a:cs typeface="Roboto Mono"/>
                <a:sym typeface="Roboto Mono"/>
              </a:rPr>
              <a:t>user_guess = ""</a:t>
            </a:r>
            <a:endParaRPr sz="11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100">
                <a:latin typeface="Roboto Mono"/>
                <a:ea typeface="Roboto Mono"/>
                <a:cs typeface="Roboto Mono"/>
                <a:sym typeface="Roboto Mono"/>
              </a:rPr>
              <a:t>not_guessed = word != user_guess</a:t>
            </a:r>
            <a:endParaRPr sz="11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100">
                <a:latin typeface="Roboto Mono"/>
                <a:ea typeface="Roboto Mono"/>
                <a:cs typeface="Roboto Mono"/>
                <a:sym typeface="Roboto Mono"/>
              </a:rPr>
              <a:t>guesses = 0</a:t>
            </a:r>
            <a:endParaRPr sz="11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100">
                <a:latin typeface="Roboto Mono"/>
                <a:ea typeface="Roboto Mono"/>
                <a:cs typeface="Roboto Mono"/>
                <a:sym typeface="Roboto Mono"/>
              </a:rPr>
              <a:t>while not_guessed and guesses &lt; 5:</a:t>
            </a:r>
            <a:endParaRPr sz="11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100">
                <a:latin typeface="Roboto Mono"/>
                <a:ea typeface="Roboto Mono"/>
                <a:cs typeface="Roboto Mono"/>
                <a:sym typeface="Roboto Mono"/>
              </a:rPr>
              <a:t>    if guesses == 1:</a:t>
            </a:r>
            <a:endParaRPr sz="11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100">
                <a:latin typeface="Roboto Mono"/>
                <a:ea typeface="Roboto Mono"/>
                <a:cs typeface="Roboto Mono"/>
                <a:sym typeface="Roboto Mono"/>
              </a:rPr>
              <a:t>        firstletter = word[0]</a:t>
            </a:r>
            <a:endParaRPr sz="11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100">
                <a:latin typeface="Roboto Mono"/>
                <a:ea typeface="Roboto Mono"/>
                <a:cs typeface="Roboto Mono"/>
                <a:sym typeface="Roboto Mono"/>
              </a:rPr>
              <a:t>        print(f"The first letter of the word is {firstletter}")</a:t>
            </a:r>
            <a:endParaRPr sz="11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100">
                <a:latin typeface="Roboto Mono"/>
                <a:ea typeface="Roboto Mono"/>
                <a:cs typeface="Roboto Mono"/>
                <a:sym typeface="Roboto Mono"/>
              </a:rPr>
              <a:t>    elif guesses == 3:</a:t>
            </a:r>
            <a:endParaRPr sz="11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100">
                <a:latin typeface="Roboto Mono"/>
                <a:ea typeface="Roboto Mono"/>
                <a:cs typeface="Roboto Mono"/>
                <a:sym typeface="Roboto Mono"/>
              </a:rPr>
              <a:t>        lastletter = word[7]</a:t>
            </a:r>
            <a:endParaRPr sz="11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100">
                <a:latin typeface="Roboto Mono"/>
                <a:ea typeface="Roboto Mono"/>
                <a:cs typeface="Roboto Mono"/>
                <a:sym typeface="Roboto Mono"/>
              </a:rPr>
              <a:t>        print(f"The last letter of the word is {lastletter}")</a:t>
            </a:r>
            <a:endParaRPr sz="11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100">
                <a:latin typeface="Roboto Mono"/>
                <a:ea typeface="Roboto Mono"/>
                <a:cs typeface="Roboto Mono"/>
                <a:sym typeface="Roboto Mono"/>
              </a:rPr>
              <a:t>    print("Guess the word:")</a:t>
            </a:r>
            <a:endParaRPr sz="11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100">
                <a:latin typeface="Roboto Mono"/>
                <a:ea typeface="Roboto Mono"/>
                <a:cs typeface="Roboto Mono"/>
                <a:sym typeface="Roboto Mono"/>
              </a:rPr>
              <a:t>    user_guess = input()</a:t>
            </a:r>
            <a:endParaRPr sz="11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100">
                <a:latin typeface="Roboto Mono"/>
                <a:ea typeface="Roboto Mono"/>
                <a:cs typeface="Roboto Mono"/>
                <a:sym typeface="Roboto Mono"/>
              </a:rPr>
              <a:t>    guesses = guesses + 1</a:t>
            </a:r>
            <a:endParaRPr sz="11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100">
                <a:latin typeface="Roboto Mono"/>
                <a:ea typeface="Roboto Mono"/>
                <a:cs typeface="Roboto Mono"/>
                <a:sym typeface="Roboto Mono"/>
              </a:rPr>
              <a:t>    not_guessed = word != user_guess</a:t>
            </a:r>
            <a:endParaRPr sz="11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100"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endParaRPr sz="11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100">
                <a:latin typeface="Roboto Mono"/>
                <a:ea typeface="Roboto Mono"/>
                <a:cs typeface="Roboto Mono"/>
                <a:sym typeface="Roboto Mono"/>
              </a:rPr>
              <a:t>if word == user_guess:</a:t>
            </a:r>
            <a:endParaRPr sz="11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100">
                <a:latin typeface="Roboto Mono"/>
                <a:ea typeface="Roboto Mono"/>
                <a:cs typeface="Roboto Mono"/>
                <a:sym typeface="Roboto Mono"/>
              </a:rPr>
              <a:t>    print("Correct, you win!")</a:t>
            </a:r>
            <a:endParaRPr sz="11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100">
                <a:latin typeface="Roboto Mono"/>
                <a:ea typeface="Roboto Mono"/>
                <a:cs typeface="Roboto Mono"/>
                <a:sym typeface="Roboto Mono"/>
              </a:rPr>
              <a:t>else:</a:t>
            </a:r>
            <a:endParaRPr sz="11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100">
                <a:latin typeface="Roboto Mono"/>
                <a:ea typeface="Roboto Mono"/>
                <a:cs typeface="Roboto Mono"/>
                <a:sym typeface="Roboto Mono"/>
              </a:rPr>
              <a:t>    print("Incorrect, you lose!")</a:t>
            </a:r>
            <a:endParaRPr sz="11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/>
              <a:t>Task 1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4026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uk"/>
              <a:t>Написати програму-гру “Таблиця множення” використовуючи функції.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