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9FB3E5-EE32-468E-9174-28B8A0A6517A}">
  <a:tblStyle styleId="{389FB3E5-EE32-468E-9174-28B8A0A651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999abd3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999abd3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9f5987c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9f5987c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def input_number():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not_validated = 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while not_validated: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  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      n = int(input("Enter int number:"))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      not_validated = 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  except ValueError: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      print("Error! Enter int number!")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return 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x = input_number()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y = input_number()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print(x, 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9f5987c4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9f5987c4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8c8d8f0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8c8d8f0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Функції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2008800" y="1218400"/>
            <a:ext cx="4892400" cy="23397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def calculate(a, b):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answer = a + b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print(f"{a} + {b} = {answer}")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print("Enter a number:")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num1 = int(input())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print("Enter another number:")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num2 = int(input())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calculate(num1, num2)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Функції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1144600" y="1209200"/>
            <a:ext cx="5094000" cy="3417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def valid_integer():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not_valid = True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while not_valid: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    try: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        print("Enter a number:")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        number = int(input())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        not_valid = False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    except ValueError: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        print("You must enter a number")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    return number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latin typeface="Roboto Mono"/>
                <a:ea typeface="Roboto Mono"/>
                <a:cs typeface="Roboto Mono"/>
                <a:sym typeface="Roboto Mono"/>
              </a:rPr>
              <a:t>num1 = valid_integer()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663" y="35175"/>
            <a:ext cx="25241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Функції</a:t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2719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{389FB3E5-EE32-468E-9174-28B8A0A6517A}</a:tableStyleId>
              </a:tblPr>
              <a:tblGrid>
                <a:gridCol w="488700"/>
                <a:gridCol w="2769225"/>
              </a:tblGrid>
              <a:tr h="2710075">
                <a:tc>
                  <a:txBody>
                    <a:bodyPr/>
                    <a:lstStyle/>
                    <a:p>
                      <a:pPr indent="0" lvl="0" marL="0" marR="292728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uk">
                          <a:solidFill>
                            <a:srgbClr val="66666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>
                        <a:solidFill>
                          <a:srgbClr val="666666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88900" marB="88900" marR="88900" marL="88900">
                    <a:lnL cap="flat" cmpd="sng" w="82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2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2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2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def example():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</a:t>
                      </a:r>
                      <a:r>
                        <a:rPr lang="uk"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global number</a:t>
                      </a:r>
                      <a:endParaRPr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number = 10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   print(number)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number = 5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example()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uk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print(number)</a:t>
                      </a:r>
                      <a:endParaRPr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88900" marB="88900" marR="88900" marL="88900">
                    <a:lnL cap="flat" cmpd="sng" w="82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2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2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2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Task 1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402650"/>
            <a:ext cx="85206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/>
              <a:t>Написати програму-гру “Таблиця множення” на введене число використовуючи функції.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638" y="1234150"/>
            <a:ext cx="5934075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