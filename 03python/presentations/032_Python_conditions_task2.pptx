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8c8d8f0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8c8d8f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Task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402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Написати програму чат-бот вибору мови програмування в залежності від потреб користувача.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51899" l="0" r="0" t="0"/>
          <a:stretch/>
        </p:blipFill>
        <p:spPr>
          <a:xfrm>
            <a:off x="0" y="1091138"/>
            <a:ext cx="9144001" cy="4858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