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8c8d8f0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8c8d8f0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Task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/>
              <a:t>Написати програму текстового входу у систему.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uk"/>
              <a:t>* передбачити багатократне введення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/>
              <a:t>* передбачити багатократне введення(&lt;3)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5675" y="2571750"/>
            <a:ext cx="4649626" cy="2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