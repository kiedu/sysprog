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8c87d1c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8c87d1c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c87d1c6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8c87d1c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8c87d1c6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08c87d1c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FFC107"/>
                </a:solidFill>
                <a:highlight>
                  <a:srgbClr val="212529"/>
                </a:highlight>
                <a:latin typeface="Roboto"/>
                <a:ea typeface="Roboto"/>
                <a:cs typeface="Roboto"/>
                <a:sym typeface="Roboto"/>
              </a:rPr>
              <a:t>qmMD4yH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c87d1c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08c87d1c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8c87d1c6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8c87d1c6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c87d1c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8c87d1c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99525958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9952595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8c8d8f0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8c8d8f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import random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number = random.randint(1,10)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print("Guess a number between 1 and 10")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guess = int(input())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print('That is not a number')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while guess != number: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print("Incorrect")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print("Guess a number between 1 and 10")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guess = int(input())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print('That is not a number')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print("Correct")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py-rates.fr/index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python.land/deep-dives/python-try-excep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Повторення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1987200" cy="1312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a="Hello"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a=10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print(a)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401700" y="496050"/>
            <a:ext cx="5430600" cy="320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print("Pick either Ostrich, Lion or Whale")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print("I will attempt to guess your choice")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print("Does the animal live in the water? Y/N")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answer = input().lower()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if answer == "n":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print("Does the animal have wings? Y/N")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answer = input().lower()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if answer == "y":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print("It must be an Ostrich!")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else: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print("It must be a Lion!")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else: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print("It must be a Whale!")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261950" y="2802375"/>
            <a:ext cx="1637400" cy="14775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a=b=10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print(a, b)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a=2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b=3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a,b=b,a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print(a, b)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Повторення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43675" y="913875"/>
            <a:ext cx="4761900" cy="1908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number = 4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print("Guess a number between 1 and 10")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guess = int(input())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while guess != number: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print("Incorrect")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print("Guess a number between 1 and 10")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guess = int(input())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7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print("Correct")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941625" y="3115675"/>
            <a:ext cx="6084600" cy="14775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times_table = 5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answer = 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print(f"Here is the {times_table} times table")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for x in range(1,11):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answer = x * times_table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print(f"{x} times {times_table} is {answer}")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825" y="152400"/>
            <a:ext cx="783234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47425" y="574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u="sng">
                <a:solidFill>
                  <a:srgbClr val="FF99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https://py-rates.fr/index.html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0"/>
            <a:ext cx="8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ВИНЯТКИ</a:t>
            </a:r>
            <a:r>
              <a:rPr lang="uk"/>
              <a:t> (</a:t>
            </a:r>
            <a:r>
              <a:rPr lang="uk"/>
              <a:t>exceptions</a:t>
            </a:r>
            <a:r>
              <a:rPr lang="uk"/>
              <a:t>)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4888"/>
            <a:ext cx="50482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6040" l="11455" r="12475" t="5125"/>
          <a:stretch/>
        </p:blipFill>
        <p:spPr>
          <a:xfrm>
            <a:off x="6667700" y="0"/>
            <a:ext cx="1775425" cy="517832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496075" y="4073025"/>
            <a:ext cx="52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hlinkClick r:id="rId5"/>
              </a:rPr>
              <a:t>https://python.land/deep-dives/python-try-except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ВИНЯТКИ</a:t>
            </a:r>
            <a:r>
              <a:rPr lang="uk"/>
              <a:t> (</a:t>
            </a:r>
            <a:r>
              <a:rPr lang="uk"/>
              <a:t>exceptions</a:t>
            </a:r>
            <a:r>
              <a:rPr lang="uk"/>
              <a:t>)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147763"/>
            <a:ext cx="44672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ВИНЯТКИ</a:t>
            </a:r>
            <a:r>
              <a:rPr lang="uk"/>
              <a:t> (</a:t>
            </a:r>
            <a:r>
              <a:rPr lang="uk"/>
              <a:t>exceptions</a:t>
            </a:r>
            <a:r>
              <a:rPr lang="uk"/>
              <a:t>)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147763"/>
            <a:ext cx="44672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ВИНЯТКИ (exceptions)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530875" y="1270650"/>
            <a:ext cx="7912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fruits = ['apple', 'pear', 'banana']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try: 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    selection = fruits[int(input('Select a fruit number (0-2): '))]  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except ValueError: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    print('That is not a number')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except IndexError: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Roboto Mono"/>
                <a:ea typeface="Roboto Mono"/>
                <a:cs typeface="Roboto Mono"/>
                <a:sym typeface="Roboto Mono"/>
              </a:rPr>
              <a:t>    print('That fruit number does not exist!') 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Task 1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402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Написати програму-гру “Вгадай число”, використовуючи перевірку винятків.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075" y="1959300"/>
            <a:ext cx="3407850" cy="28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