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Ubuntu Mon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buntuMono-bold.fntdata"/><Relationship Id="rId10" Type="http://schemas.openxmlformats.org/officeDocument/2006/relationships/font" Target="fonts/UbuntuMono-regular.fntdata"/><Relationship Id="rId13" Type="http://schemas.openxmlformats.org/officeDocument/2006/relationships/font" Target="fonts/UbuntuMono-boldItalic.fntdata"/><Relationship Id="rId12" Type="http://schemas.openxmlformats.org/officeDocument/2006/relationships/font" Target="fonts/Ubuntu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1debe25f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1debe25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f906fde6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f906fde6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1debe25f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1debe25f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790725"/>
            <a:ext cx="8520600" cy="145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pyQt</a:t>
            </a:r>
            <a:endParaRPr b="1" sz="1000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8275" y="184275"/>
            <a:ext cx="209550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50" y="125650"/>
            <a:ext cx="5804749" cy="253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4725" y="125650"/>
            <a:ext cx="2421224" cy="345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7500" y="2731825"/>
            <a:ext cx="3361385" cy="217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58625" y="67025"/>
            <a:ext cx="40446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import sys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from PyQt5.QtWidgets import (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QApplication,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QInputDialog,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QLineEdit,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QMainWindow,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QPushButton,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QVBoxLayout,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QWidget, 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class MainWindow(QMainWindow):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def __init__(self):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super().__init__()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self.setWindowTitle("My App")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layout = QVBoxLayout()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r>
              <a:rPr lang="uk" sz="700">
                <a:solidFill>
                  <a:srgbClr val="1C4587"/>
                </a:solidFill>
                <a:latin typeface="Ubuntu Mono"/>
                <a:ea typeface="Ubuntu Mono"/>
                <a:cs typeface="Ubuntu Mono"/>
                <a:sym typeface="Ubuntu Mono"/>
              </a:rPr>
              <a:t>button1 = QPushButton("Integer") </a:t>
            </a:r>
            <a:endParaRPr sz="700">
              <a:solidFill>
                <a:srgbClr val="1C4587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solidFill>
                  <a:srgbClr val="1C4587"/>
                </a:solidFill>
                <a:latin typeface="Ubuntu Mono"/>
                <a:ea typeface="Ubuntu Mono"/>
                <a:cs typeface="Ubuntu Mono"/>
                <a:sym typeface="Ubuntu Mono"/>
              </a:rPr>
              <a:t>        button1.clicked.connect(self.get_an_int) </a:t>
            </a:r>
            <a:endParaRPr sz="700">
              <a:solidFill>
                <a:srgbClr val="1C4587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solidFill>
                  <a:srgbClr val="1C4587"/>
                </a:solidFill>
                <a:latin typeface="Ubuntu Mono"/>
                <a:ea typeface="Ubuntu Mono"/>
                <a:cs typeface="Ubuntu Mono"/>
                <a:sym typeface="Ubuntu Mono"/>
              </a:rPr>
              <a:t>        layout.addWidget(button1)</a:t>
            </a: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uk" sz="700">
                <a:solidFill>
                  <a:srgbClr val="274E13"/>
                </a:solidFill>
                <a:latin typeface="Ubuntu Mono"/>
                <a:ea typeface="Ubuntu Mono"/>
                <a:cs typeface="Ubuntu Mono"/>
                <a:sym typeface="Ubuntu Mono"/>
              </a:rPr>
              <a:t> button2 = QPushButton("Float") </a:t>
            </a:r>
            <a:endParaRPr sz="700">
              <a:solidFill>
                <a:srgbClr val="274E13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solidFill>
                  <a:srgbClr val="274E13"/>
                </a:solidFill>
                <a:latin typeface="Ubuntu Mono"/>
                <a:ea typeface="Ubuntu Mono"/>
                <a:cs typeface="Ubuntu Mono"/>
                <a:sym typeface="Ubuntu Mono"/>
              </a:rPr>
              <a:t>        button2.clicked.connect(self.get_a_float)</a:t>
            </a:r>
            <a:endParaRPr sz="700">
              <a:solidFill>
                <a:srgbClr val="274E13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solidFill>
                  <a:srgbClr val="274E13"/>
                </a:solidFill>
                <a:latin typeface="Ubuntu Mono"/>
                <a:ea typeface="Ubuntu Mono"/>
                <a:cs typeface="Ubuntu Mono"/>
                <a:sym typeface="Ubuntu Mono"/>
              </a:rPr>
              <a:t>        layout.addWidget(button2) </a:t>
            </a:r>
            <a:endParaRPr sz="700">
              <a:solidFill>
                <a:srgbClr val="274E13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</a:t>
            </a:r>
            <a:r>
              <a:rPr lang="uk" sz="700">
                <a:solidFill>
                  <a:srgbClr val="660000"/>
                </a:solidFill>
                <a:latin typeface="Ubuntu Mono"/>
                <a:ea typeface="Ubuntu Mono"/>
                <a:cs typeface="Ubuntu Mono"/>
                <a:sym typeface="Ubuntu Mono"/>
              </a:rPr>
              <a:t>      button3 = QPushButton("Select") </a:t>
            </a:r>
            <a:endParaRPr sz="700">
              <a:solidFill>
                <a:srgbClr val="66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solidFill>
                  <a:srgbClr val="660000"/>
                </a:solidFill>
                <a:latin typeface="Ubuntu Mono"/>
                <a:ea typeface="Ubuntu Mono"/>
                <a:cs typeface="Ubuntu Mono"/>
                <a:sym typeface="Ubuntu Mono"/>
              </a:rPr>
              <a:t>        button3.clicked.connect(self.get_a_str_from_a_list) </a:t>
            </a:r>
            <a:endParaRPr sz="700">
              <a:solidFill>
                <a:srgbClr val="66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solidFill>
                  <a:srgbClr val="660000"/>
                </a:solidFill>
                <a:latin typeface="Ubuntu Mono"/>
                <a:ea typeface="Ubuntu Mono"/>
                <a:cs typeface="Ubuntu Mono"/>
                <a:sym typeface="Ubuntu Mono"/>
              </a:rPr>
              <a:t>        layout.addWidget(button3) </a:t>
            </a:r>
            <a:endParaRPr sz="700">
              <a:solidFill>
                <a:srgbClr val="66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solidFill>
                  <a:srgbClr val="660000"/>
                </a:solidFill>
                <a:latin typeface="Ubuntu Mono"/>
                <a:ea typeface="Ubuntu Mono"/>
                <a:cs typeface="Ubuntu Mono"/>
                <a:sym typeface="Ubuntu Mono"/>
              </a:rPr>
              <a:t>  </a:t>
            </a: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</a:t>
            </a:r>
            <a:r>
              <a:rPr lang="uk" sz="700">
                <a:solidFill>
                  <a:srgbClr val="20124D"/>
                </a:solidFill>
                <a:latin typeface="Ubuntu Mono"/>
                <a:ea typeface="Ubuntu Mono"/>
                <a:cs typeface="Ubuntu Mono"/>
                <a:sym typeface="Ubuntu Mono"/>
              </a:rPr>
              <a:t>   button4 = QPushButton("String") </a:t>
            </a:r>
            <a:endParaRPr sz="700">
              <a:solidFill>
                <a:srgbClr val="20124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solidFill>
                  <a:srgbClr val="20124D"/>
                </a:solidFill>
                <a:latin typeface="Ubuntu Mono"/>
                <a:ea typeface="Ubuntu Mono"/>
                <a:cs typeface="Ubuntu Mono"/>
                <a:sym typeface="Ubuntu Mono"/>
              </a:rPr>
              <a:t>        button4.clicked.connect(self.get_a_str) </a:t>
            </a:r>
            <a:endParaRPr sz="700">
              <a:solidFill>
                <a:srgbClr val="20124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solidFill>
                  <a:srgbClr val="20124D"/>
                </a:solidFill>
                <a:latin typeface="Ubuntu Mono"/>
                <a:ea typeface="Ubuntu Mono"/>
                <a:cs typeface="Ubuntu Mono"/>
                <a:sym typeface="Ubuntu Mono"/>
              </a:rPr>
              <a:t>        layout.addWidget(button4)</a:t>
            </a:r>
            <a:endParaRPr sz="700">
              <a:solidFill>
                <a:srgbClr val="20124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rgbClr val="20124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solidFill>
                  <a:srgbClr val="20124D"/>
                </a:solidFill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</a:t>
            </a:r>
            <a:r>
              <a:rPr lang="uk" sz="700">
                <a:solidFill>
                  <a:srgbClr val="0C343D"/>
                </a:solidFill>
                <a:latin typeface="Ubuntu Mono"/>
                <a:ea typeface="Ubuntu Mono"/>
                <a:cs typeface="Ubuntu Mono"/>
                <a:sym typeface="Ubuntu Mono"/>
              </a:rPr>
              <a:t> button5 = QPushButton("Text") </a:t>
            </a:r>
            <a:endParaRPr sz="700">
              <a:solidFill>
                <a:srgbClr val="0C343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700">
                <a:solidFill>
                  <a:srgbClr val="0C343D"/>
                </a:solidFill>
                <a:latin typeface="Ubuntu Mono"/>
                <a:ea typeface="Ubuntu Mono"/>
                <a:cs typeface="Ubuntu Mono"/>
                <a:sym typeface="Ubuntu Mono"/>
              </a:rPr>
              <a:t>        button5.clicked.connect(self.get_text) </a:t>
            </a:r>
            <a:endParaRPr sz="700">
              <a:solidFill>
                <a:srgbClr val="0C343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rgbClr val="0C343D"/>
                </a:solidFill>
                <a:latin typeface="Ubuntu Mono"/>
                <a:ea typeface="Ubuntu Mono"/>
                <a:cs typeface="Ubuntu Mono"/>
                <a:sym typeface="Ubuntu Mono"/>
              </a:rPr>
              <a:t>        layout.addWidget(button5)</a:t>
            </a:r>
            <a:endParaRPr sz="700">
              <a:solidFill>
                <a:srgbClr val="0C343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C343D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r>
              <a:rPr lang="uk" sz="700">
                <a:solidFill>
                  <a:srgbClr val="7F6000"/>
                </a:solidFill>
                <a:latin typeface="Ubuntu Mono"/>
                <a:ea typeface="Ubuntu Mono"/>
                <a:cs typeface="Ubuntu Mono"/>
                <a:sym typeface="Ubuntu Mono"/>
              </a:rPr>
              <a:t>container = QWidget() </a:t>
            </a:r>
            <a:endParaRPr sz="700">
              <a:solidFill>
                <a:srgbClr val="7F6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rgbClr val="7F6000"/>
                </a:solidFill>
                <a:latin typeface="Ubuntu Mono"/>
                <a:ea typeface="Ubuntu Mono"/>
                <a:cs typeface="Ubuntu Mono"/>
                <a:sym typeface="Ubuntu Mono"/>
              </a:rPr>
              <a:t>        container.setLayout(layout) </a:t>
            </a:r>
            <a:endParaRPr sz="700">
              <a:solidFill>
                <a:srgbClr val="7F6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rgbClr val="7F6000"/>
                </a:solidFill>
                <a:latin typeface="Ubuntu Mono"/>
                <a:ea typeface="Ubuntu Mono"/>
                <a:cs typeface="Ubuntu Mono"/>
                <a:sym typeface="Ubuntu Mono"/>
              </a:rPr>
              <a:t>        self.setCentralWidget(container) </a:t>
            </a:r>
            <a:endParaRPr sz="700">
              <a:solidFill>
                <a:srgbClr val="7F6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191150" y="67025"/>
            <a:ext cx="49971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def </a:t>
            </a:r>
            <a:r>
              <a:rPr b="1"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get_an_int</a:t>
            </a: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(self):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title = "Enter an integer"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label = "Type your integer here"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my_int_value, ok = QInputDialog.getInt(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self, title, label, value=0, min=-5, max=5, step=1 )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print("Result:", ok, my_int_value)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def </a:t>
            </a:r>
            <a:r>
              <a:rPr b="1"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get_a_float</a:t>
            </a: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(self):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title = "Enter a float"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label = "Type your float here"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my_float_value, ok = QInputDialog.getDouble(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self, title, label, value=0, min=-5.3, max=5.7, decimals=2, )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print("Result:", ok, my_float_value)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def </a:t>
            </a:r>
            <a:r>
              <a:rPr b="1"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get_a_str_from_a_list</a:t>
            </a: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(self):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title = "Select a string"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label = "Select a fruit from the list"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items = ["apple", "pear", "orange", "grape"]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initial_selection = 2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# orange, indexed from 0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my_selected_str, ok = QInputDialog.getItem(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self, title, label, items, current=initial_selection, editable=False, )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print("Result:", ok, my_selected_str)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def </a:t>
            </a:r>
            <a:r>
              <a:rPr b="1"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get_a_str</a:t>
            </a: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(self):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title = "Enter a string"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label = "Type your password"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text = "my secret password"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mode = QLineEdit.EchoMode.Password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my_selected_str, ok = QInputDialog.getText(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self, title, label, mode, text )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print("Result:", ok, my_selected_str)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def </a:t>
            </a:r>
            <a:r>
              <a:rPr b="1"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get_text</a:t>
            </a: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(self):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title = "Enter text"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label = "Type your novel here"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text = "Once upon a time..."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my_selected_str, ok = QInputDialog.getMultiLineText(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self, title, label, text )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print("Result:", ok, my_selected_str)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app = QApplication(sys.argv)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window = MainWindow()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window.show() 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app.exec()</a:t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550" y="125623"/>
            <a:ext cx="1752600" cy="17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2900" y="67025"/>
            <a:ext cx="1051100" cy="77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2900" y="849530"/>
            <a:ext cx="1051100" cy="774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92900" y="1632033"/>
            <a:ext cx="1051100" cy="769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92900" y="2570737"/>
            <a:ext cx="1051100" cy="76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92900" y="3618810"/>
            <a:ext cx="1051100" cy="1147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1650" y="350225"/>
            <a:ext cx="2422650" cy="21463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-12825" y="-2925"/>
            <a:ext cx="30000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import sys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from PyQt5.QtWidgets import (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QApplication,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QFileDialog,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QMainWindow,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QPushButton,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QVBoxLayout,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QWidget, 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FILE_FILTERS = [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"Portable Network Graphics files (*.png)",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"Text files (*.txt)",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"Comma Separated Values (*.csv)",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"All files (*)", ]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class MainWindow(QMainWindow):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def __init__(self):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super().__init__()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self.setWindowTitle("My App")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layout = QVBoxLayout()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button1 = QPushButton("Open file")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button1.clicked.connect(self.get_filename)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layout.addWidget(button1)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button2 = QPushButton("Open files")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button2.clicked.connect(self.get_filenames)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layout.addWidget(button2)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button3 = QPushButton("Save file")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button3.clicked.connect(self.get_save_filename)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layout.addWidget(button3)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button4 = QPushButton("Select folder")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button4.clicked.connect(self.get_folder)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layout.addWidget(button4)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container = QWidget()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container.setLayout(layout)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self.setCentralWidget(container)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latin typeface="Ubuntu Mono"/>
                <a:ea typeface="Ubuntu Mono"/>
                <a:cs typeface="Ubuntu Mono"/>
                <a:sym typeface="Ubuntu Mono"/>
              </a:rPr>
              <a:t>    </a:t>
            </a:r>
            <a:endParaRPr sz="7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087575" y="-2925"/>
            <a:ext cx="57369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def </a:t>
            </a:r>
            <a:r>
              <a:rPr b="1"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get_filename(</a:t>
            </a: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self):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caption = "" # Empty uses default caption.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initial_dir = "" # Empty uses current folder.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initial_filter = FILE_FILTERS[3] # Select one from the list.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filters = ";;".join(FILE_FILTERS)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print("Filters are:", filters)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print("Initial filter:", initial_filter)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filename, selected_filter = QFileDialog.getOpenFileName(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self,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caption=caption,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directory=initial_dir,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filter=filters,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initialFilter=initial_filter, 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print("Result:", filename, selected_filter)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def </a:t>
            </a:r>
            <a:r>
              <a:rPr b="1"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get_filenames</a:t>
            </a: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(self):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caption = "" # Empty uses default caption.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initial_dir = "" # Empty uses current folder.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initial_filter = FILE_FILTERS[1] # Select one from the list.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filters = ";;".join(FILE_FILTERS)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print("Filters are:", filters)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print("Initial filter:", initial_filter)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filenames, selected_filter = QFileDialog.getOpenFileNames(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self,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caption=caption,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directory=initial_dir,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filter=filters,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initialFilter=initial_filter, 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print("Result:", filenames, selected_filter)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def </a:t>
            </a:r>
            <a:r>
              <a:rPr b="1"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get_save_filename</a:t>
            </a: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(self):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caption = "" # Empty uses default caption.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initial_dir = "" # Empty uses current folder.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initial_filter = FILE_FILTERS[2] # Select one from the list.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filters = ";;".join(FILE_FILTERS)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print("Filters are:", filters)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print("Initial filter:", initial_filter)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filename, selected_filter = QFileDialog.getSaveFileName(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self,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caption=caption,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directory=initial_dir,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filter=filters,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initialFilter=initial_filter, 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print("Result:", filename, selected_filter)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def </a:t>
            </a:r>
            <a:r>
              <a:rPr b="1"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get_folder</a:t>
            </a: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(self):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caption = "Select folder"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initial_dir = "" # Empty uses current folder.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folder_path = QFileDialog.getExistingDirectory(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self,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caption="",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directory="")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    print("Result:", folder_path)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app = QApplication(sys.argv)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window = MainWindow()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window.show() 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5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app.exec()</a:t>
            </a:r>
            <a:endParaRPr sz="5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