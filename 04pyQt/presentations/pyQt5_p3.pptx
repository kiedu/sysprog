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Ubuntu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buntuMono-bold.fntdata"/><Relationship Id="rId10" Type="http://schemas.openxmlformats.org/officeDocument/2006/relationships/font" Target="fonts/UbuntuMono-regular.fntdata"/><Relationship Id="rId13" Type="http://schemas.openxmlformats.org/officeDocument/2006/relationships/font" Target="fonts/UbuntuMono-boldItalic.fntdata"/><Relationship Id="rId12" Type="http://schemas.openxmlformats.org/officeDocument/2006/relationships/font" Target="fonts/Ubuntu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debe25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1debe25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1dece60f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1dece60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1dece60f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1dece60f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90725"/>
            <a:ext cx="8520600" cy="14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pyQt</a:t>
            </a:r>
            <a:endParaRPr b="1" sz="10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275" y="184275"/>
            <a:ext cx="20955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550" y="125650"/>
            <a:ext cx="2421224" cy="345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75" y="94725"/>
            <a:ext cx="6204449" cy="18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925" y="1929850"/>
            <a:ext cx="4742000" cy="325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275" y="1267625"/>
            <a:ext cx="5403900" cy="382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212" y="0"/>
            <a:ext cx="5667576" cy="126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100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